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64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brief (CLAUDE-1.md), предоставлен пользователем.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
- Project brief (CLAUDE-1.md), предоставлен пользователем.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Скриншоты интерфейса предоставлены пользователем (вложенные изображения в чате).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brief (CLAUDE-1.md), предоставлен пользователем.
- Jetpack Compose: https://developer.android.com/jetpack/compose
- Room: https://developer.android.com/training/data-storage/room
- Hilt: https://developer.android.com/training/dependency-injection/hilt-android
- Navigation Compose: https://developer.android.com/jetpack/compose/navigation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brief (CLAUDE-1.md), предоставлен пользователем.
- EncryptedSharedPreferences: https://developer.android.com/reference/androidx/security/crypto/EncryptedSharedPreferences
- PBKDF2 (Java): https://docs.oracle.com/en/java/javase/17/docs/specs/security/standard-names.html#secretkeyfactory-algorithms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Учет фермы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одном приложении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2926080" cy="384048"/>
          </a:xfrm>
          <a:prstGeom prst="round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764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• Offline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AgroDiary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 — простое Android‑приложение для ежедневного учета хозяйства без интернета.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658368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Животные: карточки, фото, статус, быстрый поиск и фильтры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Персонал: контакты, должности, статусы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 приоритеты, сроки, контроль выполнения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Корма и товары: учет остатков и предупреждения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событий + журнал действий (аудит изменений)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234440"/>
            <a:ext cx="3566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02.jpg"/>
          <p:cNvPicPr>
            <a:picLocks noChangeAspect="1"/>
          </p:cNvPicPr>
          <p:nvPr/>
        </p:nvPicPr>
        <p:blipFill>
          <a:blip r:embed="rId3"/>
          <a:srcRect t="12344" b="12344"/>
          <a:stretch/>
        </p:blipFill>
        <p:spPr>
          <a:xfrm>
            <a:off x="8074152" y="1399032"/>
            <a:ext cx="3236976" cy="4791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обзор интерфейса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экраны приложения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data/1000094102.jpg"/>
          <p:cNvPicPr>
            <a:picLocks noChangeAspect="1"/>
          </p:cNvPicPr>
          <p:nvPr/>
        </p:nvPicPr>
        <p:blipFill>
          <a:blip r:embed="rId3"/>
          <a:srcRect t="3106" b="3106"/>
          <a:stretch/>
        </p:blipFill>
        <p:spPr>
          <a:xfrm>
            <a:off x="987552" y="1581912"/>
            <a:ext cx="2276856" cy="4197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016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03320" y="141732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/mnt/data/1000094105.jpg"/>
          <p:cNvPicPr>
            <a:picLocks noChangeAspect="1"/>
          </p:cNvPicPr>
          <p:nvPr/>
        </p:nvPicPr>
        <p:blipFill>
          <a:blip r:embed="rId4"/>
          <a:srcRect t="3106" b="3106"/>
          <a:stretch/>
        </p:blipFill>
        <p:spPr>
          <a:xfrm>
            <a:off x="3867912" y="1581912"/>
            <a:ext cx="2276856" cy="4197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6016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Животные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583680" y="141732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mnt/data/1000094107.jpg"/>
          <p:cNvPicPr>
            <a:picLocks noChangeAspect="1"/>
          </p:cNvPicPr>
          <p:nvPr/>
        </p:nvPicPr>
        <p:blipFill>
          <a:blip r:embed="rId5"/>
          <a:srcRect t="3106" b="3106"/>
          <a:stretch/>
        </p:blipFill>
        <p:spPr>
          <a:xfrm>
            <a:off x="6748272" y="1581912"/>
            <a:ext cx="2276856" cy="4197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6016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464040" y="1417320"/>
            <a:ext cx="2606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/mnt/data/1000094109.jpg"/>
          <p:cNvPicPr>
            <a:picLocks noChangeAspect="1"/>
          </p:cNvPicPr>
          <p:nvPr/>
        </p:nvPicPr>
        <p:blipFill>
          <a:blip r:embed="rId6"/>
          <a:srcRect t="3106" b="3106"/>
          <a:stretch/>
        </p:blipFill>
        <p:spPr>
          <a:xfrm>
            <a:off x="9628632" y="1581912"/>
            <a:ext cx="2276856" cy="41970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64040" y="60167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«Животные»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доступ к поголовью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6309360" cy="1611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имени прямо в списке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виду (корова/свинья/курица и т.д.)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Карточка: фото, порода, вес, дата, статус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добавление через кнопку «+»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05.jpg"/>
          <p:cNvPicPr>
            <a:picLocks noChangeAspect="1"/>
          </p:cNvPicPr>
          <p:nvPr/>
        </p:nvPicPr>
        <p:blipFill>
          <a:blip r:embed="rId3"/>
          <a:srcRect t="13223" b="13223"/>
          <a:stretch/>
        </p:blipFill>
        <p:spPr>
          <a:xfrm>
            <a:off x="7982712" y="1581912"/>
            <a:ext cx="3282696" cy="4745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«Персонал»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и статусы сотрудников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6309360" cy="1611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имени и должности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активен / в отпуске / уволен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Карточка: роль, телефон и email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добавление через «+»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07.jpg"/>
          <p:cNvPicPr>
            <a:picLocks noChangeAspect="1"/>
          </p:cNvPicPr>
          <p:nvPr/>
        </p:nvPicPr>
        <p:blipFill>
          <a:blip r:embed="rId3"/>
          <a:srcRect t="13223" b="13223"/>
          <a:stretch/>
        </p:blipFill>
        <p:spPr>
          <a:xfrm>
            <a:off x="7982712" y="1581912"/>
            <a:ext cx="3282696" cy="4745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и история действий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событий + аудит изменений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Журнал: события хозяйства (кормление, осмотр здоровья и т.д.)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типам записей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История: автоматически фиксирует создание/изменение/удаление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52360" y="1234440"/>
            <a:ext cx="2240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2" y="1893817"/>
            <a:ext cx="1911096" cy="37561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52360" y="63825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829800" y="1234440"/>
            <a:ext cx="2240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/mnt/data/10000941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2" y="1893817"/>
            <a:ext cx="1911096" cy="37561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29800" y="63825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Корма и товары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Учет остатков и категорий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Корма: учет запасов и пороги минимального остатка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Товары: категории (молоко, мясо, яйца и др.), количество и цена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Предупреждения отображаются на главной панели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13.jpg"/>
          <p:cNvPicPr>
            <a:picLocks noChangeAspect="1"/>
          </p:cNvPicPr>
          <p:nvPr/>
        </p:nvPicPr>
        <p:blipFill>
          <a:blip r:embed="rId3"/>
          <a:srcRect t="13223" b="13223"/>
          <a:stretch/>
        </p:blipFill>
        <p:spPr>
          <a:xfrm>
            <a:off x="7982712" y="1581912"/>
            <a:ext cx="3282696" cy="4745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 и внешний вид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6309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профиля и данные пользователя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аккаунта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темы: системная / светлая / темная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611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data/1000094116.jpg"/>
          <p:cNvPicPr>
            <a:picLocks noChangeAspect="1"/>
          </p:cNvPicPr>
          <p:nvPr/>
        </p:nvPicPr>
        <p:blipFill>
          <a:blip r:embed="rId3"/>
          <a:srcRect t="13223" b="13223"/>
          <a:stretch/>
        </p:blipFill>
        <p:spPr>
          <a:xfrm>
            <a:off x="7982712" y="1581912"/>
            <a:ext cx="3282696" cy="4745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46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 и архитектура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5394960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(Material 3)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(SQLite)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 (DI)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868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Упрощенная схема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4480560" cy="65836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0D0D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5636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(Compose)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31936" y="2121408"/>
            <a:ext cx="292608" cy="256032"/>
          </a:xfrm>
          <a:prstGeom prst="down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423160"/>
            <a:ext cx="4480560" cy="658368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694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(StateFlow)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31936" y="3127248"/>
            <a:ext cx="292608" cy="256032"/>
          </a:xfrm>
          <a:prstGeom prst="down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3429000"/>
            <a:ext cx="4480560" cy="658368"/>
          </a:xfrm>
          <a:prstGeom prst="roundRect">
            <a:avLst/>
          </a:prstGeom>
          <a:solidFill>
            <a:srgbClr val="F9FBE7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5753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31936" y="4133088"/>
            <a:ext cx="292608" cy="256032"/>
          </a:xfrm>
          <a:prstGeom prst="downArrow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4434840"/>
            <a:ext cx="44805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5811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(SQLite)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44068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все данные хранятся локально на устройстве (без сетевых запросов).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планы развития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приватность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5669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хранятся в виде хеша (PBKDF2 + соль)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и настройки — в EncryptedSharedPreferences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отправляются в сеть (offline-only)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3796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развития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29400" y="1417320"/>
            <a:ext cx="5440680" cy="1611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Резервное копирование / восстановление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Отчеты и экспорт (PDF/CSV)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 по кормам/товарам (приход/расход) в UI</a:t>
            </a:r>
            <a:endParaRPr lang="en-US" sz="1800" dirty="0"/>
          </a:p>
          <a:p>
            <a:pPr marL="205740" indent="-205740">
              <a:spcAft>
                <a:spcPts val="450"/>
              </a:spcAft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по срокам задач и критическим остаткам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5440680"/>
            <a:ext cx="10972800" cy="9601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564184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Вопросы?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AgroDiary • v1.5.1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671</Words>
  <Application>Microsoft Office PowerPoint</Application>
  <PresentationFormat>Широкоэкранный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AgroDiary</dc:creator>
  <cp:lastModifiedBy>Иван Шанев</cp:lastModifiedBy>
  <cp:revision>2</cp:revision>
  <dcterms:created xsi:type="dcterms:W3CDTF">2025-12-22T05:40:59Z</dcterms:created>
  <dcterms:modified xsi:type="dcterms:W3CDTF">2026-03-14T08:01:28Z</dcterms:modified>
</cp:coreProperties>
</file>